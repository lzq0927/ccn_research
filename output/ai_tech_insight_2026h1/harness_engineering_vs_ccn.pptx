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 深度对勘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1247120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vs Hermes 七阶段对勘 | 工业落地能力评估 | 云核心网高稳智能体五大启示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228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430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 </a:t>
            </a:r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模型之外的一切（工具编排·内存·护栏·验证·状态·可观测性）。</a:t>
            </a:r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Model=CPU, Harness=OS。仅改Harness可让Agent排名变动20+位（Terminal Bench）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841248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709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七阶段生命周期（Lifecycle）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947672"/>
            <a:ext cx="1444752" cy="5212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47672"/>
            <a:ext cx="1444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初始化</a:t>
            </a:r>
            <a:endParaRPr lang="en-US" sz="7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权限·沙箱·任务分解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066544" y="1947672"/>
            <a:ext cx="1463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1947672"/>
            <a:ext cx="1444752" cy="52120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2194560" y="1947672"/>
            <a:ext cx="1444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前馈引导</a:t>
            </a:r>
            <a:endParaRPr lang="en-US" sz="7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AGENTS.md·RAG·目标锁定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621024" y="1947672"/>
            <a:ext cx="1463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49040" y="1947672"/>
            <a:ext cx="1444752" cy="5212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0" y="1947672"/>
            <a:ext cx="1444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拦截执行</a:t>
            </a:r>
            <a:endParaRPr lang="en-US" sz="7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工具门控·沙箱执行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175504" y="1947672"/>
            <a:ext cx="1463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0" y="1947672"/>
            <a:ext cx="1444752" cy="5212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1947672"/>
            <a:ext cx="1444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自纠正</a:t>
            </a:r>
            <a:endParaRPr lang="en-US" sz="7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幻觉门控·Ralph Loop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729984" y="1947672"/>
            <a:ext cx="1463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0" y="1947672"/>
            <a:ext cx="1444752" cy="5212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1947672"/>
            <a:ext cx="1444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验证门控</a:t>
            </a:r>
            <a:endParaRPr lang="en-US" sz="7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DST·TLA+·人工确认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284464" y="1947672"/>
            <a:ext cx="1463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412480" y="1947672"/>
            <a:ext cx="1444752" cy="5212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1947672"/>
            <a:ext cx="1444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 状态持久</a:t>
            </a:r>
            <a:endParaRPr lang="en-US" sz="7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File·技能存储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9838944" y="1947672"/>
            <a:ext cx="1463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966960" y="1947672"/>
            <a:ext cx="1444752" cy="5212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9966960" y="1947672"/>
            <a:ext cx="1444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S7 持续演进</a:t>
            </a:r>
            <a:endParaRPr lang="en-US" sz="7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Learning·漂移检测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40080" y="251460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◄─────── 闭环反馈 ───────  持续学习循环 ◄────────────────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57200" y="26974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vs Hermes 逐阶段对勘（工业落地评估）</a:t>
            </a:r>
            <a:endParaRPr lang="en-US" sz="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11247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926080"/>
                <a:gridCol w="640080"/>
                <a:gridCol w="3108960"/>
                <a:gridCol w="640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阶段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OpenClaw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评分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Hermes Agent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评分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 初始化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5分钟上手,但CVE暴露21K实例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子Agent隔离沙箱,安全优先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S2 前馈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ClawHub技能丰富但12%恶意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/goal目标锁定,防止漂移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 执行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CVE-2026-25253 CVSS 8.8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子Agent聚焦上下文,减少溢出幻觉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S4 自纠正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无内置机制 ⚠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幻觉门控+Ralph Loop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★★★★★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S5 验证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可选确认,易被关闭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内置验证检查点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S6 持久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MEMORY.md,明文凭据风险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技能存储,结构化持久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S7 演进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无自进化机制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 Learning Loop ★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★★★★★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总分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21/35 — 适合开发/个人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32/35 — 适合工业/核心网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 30"/>
          <p:cNvSpPr/>
          <p:nvPr/>
        </p:nvSpPr>
        <p:spPr>
          <a:xfrm>
            <a:off x="457200" y="5074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关键发现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457200" y="5303520"/>
            <a:ext cx="45720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5" name="Text 32"/>
          <p:cNvSpPr/>
          <p:nvPr/>
        </p:nvSpPr>
        <p:spPr>
          <a:xfrm>
            <a:off x="594360" y="530352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OpenClaw在S1-S3(初始化·前馈·执行)体验优秀，但S4-S7(自纠正·验证·持久·演进)是致命短板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457200" y="5532120"/>
            <a:ext cx="45720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34"/>
          <p:cNvSpPr/>
          <p:nvPr/>
        </p:nvSpPr>
        <p:spPr>
          <a:xfrm>
            <a:off x="594360" y="553212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Hermes的幻觉门控(Hallucination Gate)和Ralph Loop解决了多Agent管道中的"静默腐败"问题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457200" y="5760720"/>
            <a:ext cx="45720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576072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Hermes的Closed Learning Loop让Agent越用越准 — 2026.5.10超OpenClaw成为OpenRouter #1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457200" y="58064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云核心网高稳智能体五大启示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457200" y="6035040"/>
            <a:ext cx="213969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57200" y="6035040"/>
            <a:ext cx="2139696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457200" y="603504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消除幻觉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502920" y="626364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幻觉门控+S4→LLM-as-Judge→DST→人机确认,宁可3-8%拒绝也不0.1%泄漏</a:t>
            </a:r>
            <a:endParaRPr lang="en-US" sz="550" dirty="0"/>
          </a:p>
        </p:txBody>
      </p:sp>
      <p:sp>
        <p:nvSpPr>
          <p:cNvPr id="45" name="Shape 42"/>
          <p:cNvSpPr/>
          <p:nvPr/>
        </p:nvSpPr>
        <p:spPr>
          <a:xfrm>
            <a:off x="2688336" y="6035040"/>
            <a:ext cx="213969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688336" y="6035040"/>
            <a:ext cx="2139696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7" name="Text 44"/>
          <p:cNvSpPr/>
          <p:nvPr/>
        </p:nvSpPr>
        <p:spPr>
          <a:xfrm>
            <a:off x="2688336" y="603504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确定性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2734056" y="626364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Interception Loop+ConfirmationStrategy+DST确定性仿真,核心网操作形式化</a:t>
            </a:r>
            <a:endParaRPr lang="en-US" sz="550" dirty="0"/>
          </a:p>
        </p:txBody>
      </p:sp>
      <p:sp>
        <p:nvSpPr>
          <p:cNvPr id="49" name="Shape 46"/>
          <p:cNvSpPr/>
          <p:nvPr/>
        </p:nvSpPr>
        <p:spPr>
          <a:xfrm>
            <a:off x="4919472" y="6035040"/>
            <a:ext cx="213969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919472" y="6035040"/>
            <a:ext cx="2139696" cy="20116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51" name="Text 48"/>
          <p:cNvSpPr/>
          <p:nvPr/>
        </p:nvSpPr>
        <p:spPr>
          <a:xfrm>
            <a:off x="4919472" y="603504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自闭环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4965192" y="626364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7阶段全闭环:感知→分析→决策→执行→验证→反馈→学习→再感知</a:t>
            </a:r>
            <a:endParaRPr lang="en-US" sz="550" dirty="0"/>
          </a:p>
        </p:txBody>
      </p:sp>
      <p:sp>
        <p:nvSpPr>
          <p:cNvPr id="53" name="Shape 50"/>
          <p:cNvSpPr/>
          <p:nvPr/>
        </p:nvSpPr>
        <p:spPr>
          <a:xfrm>
            <a:off x="7150608" y="6035040"/>
            <a:ext cx="213969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150608" y="6035040"/>
            <a:ext cx="2139696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5" name="Text 52"/>
          <p:cNvSpPr/>
          <p:nvPr/>
        </p:nvSpPr>
        <p:spPr>
          <a:xfrm>
            <a:off x="7150608" y="603504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自演进</a:t>
            </a:r>
            <a:endParaRPr lang="en-US" sz="700" dirty="0"/>
          </a:p>
        </p:txBody>
      </p:sp>
      <p:sp>
        <p:nvSpPr>
          <p:cNvPr id="56" name="Text 53"/>
          <p:cNvSpPr/>
          <p:nvPr/>
        </p:nvSpPr>
        <p:spPr>
          <a:xfrm>
            <a:off x="7196328" y="626364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Learning+GC Agent+Steering Loop,新技能经人工审核后复用</a:t>
            </a:r>
            <a:endParaRPr lang="en-US" sz="550" dirty="0"/>
          </a:p>
        </p:txBody>
      </p:sp>
      <p:sp>
        <p:nvSpPr>
          <p:cNvPr id="57" name="Shape 54"/>
          <p:cNvSpPr/>
          <p:nvPr/>
        </p:nvSpPr>
        <p:spPr>
          <a:xfrm>
            <a:off x="9381744" y="6035040"/>
            <a:ext cx="213969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9381744" y="6035040"/>
            <a:ext cx="2139696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9" name="Text 56"/>
          <p:cNvSpPr/>
          <p:nvPr/>
        </p:nvSpPr>
        <p:spPr>
          <a:xfrm>
            <a:off x="9381744" y="603504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高稳定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9427464" y="626364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多模型Failover+子Agent隔离+沙箱+RAG+全链路可观测+漂移检测</a:t>
            </a:r>
            <a:endParaRPr lang="en-US" sz="550" dirty="0"/>
          </a:p>
        </p:txBody>
      </p:sp>
      <p:sp>
        <p:nvSpPr>
          <p:cNvPr id="61" name="Shape 58"/>
          <p:cNvSpPr/>
          <p:nvPr/>
        </p:nvSpPr>
        <p:spPr>
          <a:xfrm>
            <a:off x="457200" y="6629400"/>
            <a:ext cx="112471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457200" y="665683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来源: deepset | Martin Fowler | OpenAI | Datadog | Firecrawl | AIQuinta | OpenClaw Docs | Hermes Agent(NousResearch) | NVIDIA | 华为AgenticCore(MWC2026)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Engineering深度对勘</dc:title>
  <dc:subject>PptxGenJS Presentation</dc:subject>
  <dc:creator>PptxGenJS</dc:creator>
  <cp:lastModifiedBy>PptxGenJS</cp:lastModifiedBy>
  <cp:revision>1</cp:revision>
  <dcterms:created xsi:type="dcterms:W3CDTF">2026-06-05T07:19:26Z</dcterms:created>
  <dcterms:modified xsi:type="dcterms:W3CDTF">2026-06-05T07:19:26Z</dcterms:modified>
</cp:coreProperties>
</file>