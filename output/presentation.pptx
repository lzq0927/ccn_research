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7240" y="2011680"/>
            <a:ext cx="2057400" cy="2057400"/>
          </a:xfrm>
          <a:prstGeom prst="roundRect">
            <a:avLst>
              <a:gd name="adj" fmla="val 3556"/>
            </a:avLst>
          </a:prstGeom>
          <a:solidFill>
            <a:srgbClr val="1324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2633472"/>
            <a:ext cx="1508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R99</a:t>
            </a:r>
            <a:endParaRPr lang="en-US" sz="2900" dirty="0"/>
          </a:p>
        </p:txBody>
      </p:sp>
      <p:sp>
        <p:nvSpPr>
          <p:cNvPr id="45" name="Text 43"/>
          <p:cNvSpPr/>
          <p:nvPr/>
        </p:nvSpPr>
        <p:spPr>
          <a:xfrm>
            <a:off x="1005840" y="3136392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4612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CORE NETWORK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46120" y="1874520"/>
            <a:ext cx="7772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云核心网可靠性洞察</a:t>
            </a:r>
            <a:endParaRPr lang="en-US" sz="3500" dirty="0"/>
          </a:p>
        </p:txBody>
      </p:sp>
      <p:sp>
        <p:nvSpPr>
          <p:cNvPr id="48" name="Text 46"/>
          <p:cNvSpPr/>
          <p:nvPr/>
        </p:nvSpPr>
        <p:spPr>
          <a:xfrm>
            <a:off x="329184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从核电异构、云Grid、AI自愈到软件可靠性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3291840" y="3840480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1324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64992" y="3913632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364992" y="418795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核电异构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64992" y="437083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防御纵深+多样性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166360" y="3840480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1324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9512" y="3913632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239512" y="418795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云隔离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239512" y="437083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有限故障域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040880" y="3840480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13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14032" y="3913632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14032" y="418795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AI闭环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14032" y="437083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诊断与恢复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8915400" y="3840480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13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88552" y="3913632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988552" y="418795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软件护栏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988552" y="4370832"/>
            <a:ext cx="15453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定位与修复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主题：云核心网可靠性洞察；研究范围：核电、云厂商、AIOps、软件工程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研究路径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548640" y="1417320"/>
            <a:ext cx="3291840" cy="4480560"/>
          </a:xfrm>
          <a:prstGeom prst="roundRect">
            <a:avLst>
              <a:gd name="adj" fmla="val 2222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01→05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868680" y="2788920"/>
            <a:ext cx="25603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按照“高稳行业 → 云厂商架构 → AI闭环 → 软件工程 → 核心网落地”的顺序，寻找云核心网可迁移的可靠性机制。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160520" y="120700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1399032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983480" y="131673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高稳行业启示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60920" y="135331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核电D3、异构与共因故障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60520" y="216712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983480" y="227685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云Grid架构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360920" y="231343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华为云Grid、AWS Cell、Google SRE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160520" y="312724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983480" y="323697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for可靠性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360920" y="327355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故障感知、诊断、恢复与容灾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160520" y="408736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4279392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983480" y="419709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软件可靠性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360920" y="42336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Bug定界、定位、修复与发布护栏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160520" y="504748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5239512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4983480" y="515721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核心网路线图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360920" y="519379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分区键、Grid试点、AI闭环与KPI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材料与引用出处见 docs/product/material.md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VIEW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总论断：永不中断靠“四层闭环”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548640" y="13258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1627632"/>
            <a:ext cx="46634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“永不中断”不是零故障，而是故障被限制、被看见、被恢复、被证明。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22960" y="2743200"/>
            <a:ext cx="4663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云核心网需要把可靠性从多活冗余升级为四层闭环：核电式异构防共因、云Grid故障隔离、AI自治闭环、软件缺陷防逃逸。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22960" y="3730752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1324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" y="3803904"/>
            <a:ext cx="19110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5.26min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96112" y="407822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五个9年不可用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96112" y="426110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99.999%可用性的年故障预算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154680" y="3730752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13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27832" y="3803904"/>
            <a:ext cx="19110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0.766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227832" y="407822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RCA准确率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27832" y="4261104"/>
            <a:ext cx="19110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RCACopilot公开结果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08076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143560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核电启示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217920" y="1801368"/>
            <a:ext cx="2240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冗余不能抵抗同源设计缺陷；必须证明不同通道不会被同一个Bug、配置或依赖同时击穿。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882396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61120" y="143560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云Grid启示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961120" y="1801368"/>
            <a:ext cx="2240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将请求、状态和资源分区到独立Grid/Cell，限制blast radius，优先保障数据面静态稳定。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6080760" y="2926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0" y="303580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AI启示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0" y="3401568"/>
            <a:ext cx="2240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多源事件图谱 + RAG/LLM可加速RCA与Runbook生成，但自动执行必须白名单、可回滚。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8823960" y="2926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61120" y="303580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软件启示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8961120" y="3401568"/>
            <a:ext cx="2240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层次化定位、多候选补丁、测试验证、金丝雀和错误预算门禁，防止缺陷批量逃逸。</a:t>
            </a:r>
            <a:endParaRPr lang="en-US" sz="940" dirty="0"/>
          </a:p>
        </p:txBody>
      </p:sp>
      <p:sp>
        <p:nvSpPr>
          <p:cNvPr id="68" name="Shape 66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引用：NRC NUREG/CR-7007；AWS Well-Architected；Microsoft Research；Agentless 2024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01 /&gt;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1005840" y="2487168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核电启示：先防共因，再谈冗余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1920240" y="3246120"/>
            <a:ext cx="8412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核电假设设计缺陷一定存在，并证明它不会同时击穿所有安全路径。迁移到核心网，就是验证同一个Bug、配置、依赖或发布动作是否会同时击穿多个冗余网元。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NUCLEAR D3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核电D3：冗余之外的“异构证明”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73152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硬件异构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不同供应商、CPU/PLC/FPGA、传感链路、电源与通信通道，避免单一硬件或环境条件触发多通道失效。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26364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软件异构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不同OS、语言、编译器、算法实现、团队和工具链，降低同一库缺陷或需求误解扩散概率。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3152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功能异构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6868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同一安全目标可用不同物理量、控制策略或人工独立手段完成，形成同因不同果。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26364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CCF度量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用危害分析/故障树列出触发源、影响域、隔离边界、恢复路径和人工兜底证据。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引用：NRC NUREG/CR-7007；NRC RG 1.152 Rev.4；NEI 20-07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CORE-NET MAPPING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对核心网：建立CCF清单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73152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软件共因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同一网元版本、基础镜像、Service Mesh、SDK、配置模板可能让多AZ冗余同时失败。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26364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运维共因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批量发布、全局参数、证书轮换、限流策略、DNS/路由错误比硬件故障更具系统性。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3152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数据共因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6868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会话状态、计费状态、策略规则、订阅数据跨Grid共享，会削弱隔离效果。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26364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证明矩阵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触发源、影响域、检测信号、隔离边界、恢复路径、人工兜底必须逐项登记。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方法：将核电CCF coping analysis迁移为核心网CCF矩阵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02 /&gt;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1005840" y="2487168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云Grid：把故障关进隔离舱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1920240" y="3246120"/>
            <a:ext cx="8412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Grid/Cell不是扩容技巧，而是故障隔离基本单元：每个单元能独立承压、独立观测、独立变更、独立恢复。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GRID PRACTICE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华为云Grid：完整业务单元 + 分区键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68580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把工作负载故障影响限制在有限Grid业务单元中；一个Grid故障仅影响本单元业务，核心收益是影响面下降。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443484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多个功能相同的Grid业务单元，每个单元具备完整业务功能，处理业务负载子集，尽量不与其他Grid交互。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818388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关键机制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2104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分区键、分区数量与大小、映射算法、Grid路由层、Grid迁移、金丝雀部署和跨AZ/Region隔离。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引用：Huawei Cloud Architecture Center，RES10-03 采用Grid架构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BENCHMARK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AWS/Google：隔离、静稳与SRE治理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68580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Cell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Cell是完整、独立、有固定最大规模的服务实例；请求按partition key路由，故障限制在发生的单个Cell内。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443484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Static Stability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故障时不依赖临时扩容，而是在AZ内预置足够容量；控制面异常时数据面仍能按缓存状态运行。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818388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SRE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2104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用SLI/SLO/Error Budget量化风险，用自动化消除toil，用行动型告警、演练和无责复盘降低MTTR。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引用：AWS Well-Architected REL10/REL11；AWS Operational Resilience；Google SRE Book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10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ARCHITECTURE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核心网Grid：建议分区模型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68580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分区键候选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租户、区域、号段、切片、APN/DNN、UPF锚点、会话归属、计费域；原则是高内聚、少跨域、可路由、可迁移。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443484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Grid内闭环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网元实例、会话状态、策略缓存、观测数据、限流规则、Runbook和回滚策略应尽量Grid内闭环。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8183880" y="141732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152704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度量目标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21040" y="1892808"/>
            <a:ext cx="315468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单Grid影响比例、Grid间依赖数、同步延迟、Grid级MTTR、故障演练通过率。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建议：先选一个低耦合业务域做Grid试点，再扩大到核心会话链路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11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03 /&gt;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1005840" y="2487168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for可靠性：从告警到自治闭环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1920240" y="3246120"/>
            <a:ext cx="8412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AI的价值不是替代SRE，而是把多源信号、专家经验和自动化执行串成可审计闭环。边界原则：检测可自动化，诊断需证据，执行必须受控，恢复要验证。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RELIABILITY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AIOps：多源数据 + LLM推理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685800" y="13258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143560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" y="1801368"/>
            <a:ext cx="3154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Metrics、Logs、Traces之外，还要纳入配置、代码、架构文档、工单、事故报告。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4434840" y="13258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143560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权威实践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0" y="1801368"/>
            <a:ext cx="3154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RCACopilot自动采集诊断信息、预测根因类别并生成解释，最高准确率0.766。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8183880" y="13258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143560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学界前沿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21040" y="1801368"/>
            <a:ext cx="3154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张圣林、裴丹等团队在TOSEM/ASE/ISSRE发表多模态诊断、知识图谱RCA、AIOpsArena等研究。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85800" y="31546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326440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方法组合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22960" y="3630168"/>
            <a:ext cx="3154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高频检测用传统时序/图模型；跨模态诊断用RAG+LLM；执行用策略引擎。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4434840" y="31546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0F1B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0" y="326440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主要挑战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0" y="3630168"/>
            <a:ext cx="3154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响应一致性、成本、隐私、幻觉、自动执行风险，必须用证据和置信度控制。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8183880" y="31546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21040" y="3264408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321040" y="3630168"/>
            <a:ext cx="3154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AI不直接“接管生产”，而是进入感知—诊断—建议—执行—验证闭环。</a:t>
            </a:r>
            <a:endParaRPr lang="en-US" sz="940" dirty="0"/>
          </a:p>
        </p:txBody>
      </p:sp>
      <p:sp>
        <p:nvSpPr>
          <p:cNvPr id="63" name="Shape 61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引用：AIOps for Failure Management in the Era of LLMs；Microsoft RCACopilot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13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LOOP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AI闭环：感知、诊断、恢复、验证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73152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异常检测、日志漂移、Trace瓶颈、变更事件聚合，形成统一事件图谱。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26364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RAG检索历史事故、Runbook、代码变更和架构知识，输出根因候选、证据链和置信度。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3152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6868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按风险等级触发限流、扩容、摘流、回滚、切Grid、降级策略，执行前评估blast radius。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26364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恢复后检查SLI/SLO、业务KPI、告警收敛和用户影响，自动生成COE复盘草稿。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Agent参考：Claude Code、OpenClaw/OpenHands、Hermes类Agent；Harness类平台承载门禁与持续验证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14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SOFTWARE RELIABILITY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软件可靠性：缺陷不逃逸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73152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定界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用告警、Trace、日志、变更、拓扑和代码所有权把影响缩小到服务、接口、函数、配置项。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26364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层次化定位降低Agent自由规划不确定性：先文件，再类/函数，再编辑位置。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3152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6868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多候选补丁必须经过静态检查、单测、回归、故障注入和灰度验收。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26364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发布护栏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金丝雀、分批Grid、跨AZ错峰、自动回滚、错误预算门禁和变更冻结。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引用：Agentless 2024；Toggle / Proc. ACM Softw. Eng. FSE 2024；SWE-bench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15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路线图：从洞察到工程化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73152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0-3个月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梳理核心链路、SLO、CCF清单、分区键候选、历史故障库；先量化影响面。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26364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3-6个月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选择低耦合业务域试点Grid，完成路由层、状态迁移、监控、金丝雀和演练。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3152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6-12个月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6868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建设多源事件图谱与AI RCA助手，接入Runbook推荐、变更风险评分和COE草稿。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26364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12个月+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推进异构控制链路、跨Grid自治、预测性容灾、自动补丁沙箱和证据自动生成。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建议：从一个业务域试点，不要一次性改造全核心网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16445D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16445D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16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10896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参考来源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73152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标准/规范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NRC NUREG/CR-7007；NRC RG 1.152 Rev.4；NEI 20-07；AWS Well-Architected Reliability Pillar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263640" y="13716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4813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云实践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0" y="18470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 Cloud RES10-03 Grid；AWS Operational Resilience；AWS Bulkhead/Cell/Shuffle Sharding；Google SRE Book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3152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AI可靠性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6868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for Failure Management in LLM Era；Microsoft RCACopilot EuroSys 2024；GPT-4 RCA cloud incidents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263640" y="297180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0" y="3447288"/>
            <a:ext cx="4709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Toggle FSE 2024；Agentless 2024；SWE-bench；张圣林/裴丹团队TOSEM/ASE/ISSRE相关论文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12700">
            <a:solidFill>
              <a:srgbClr val="1E7892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完整链接见 docs/product/material.md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10195560" y="65105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Insight · 2026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云核心网可靠性洞察</dc:title>
  <dc:subject>云核心网可靠性洞察</dc:subject>
  <dc:creator>WorkBuddy</dc:creator>
  <cp:lastModifiedBy>WorkBuddy</cp:lastModifiedBy>
  <cp:revision>1</cp:revision>
  <dcterms:created xsi:type="dcterms:W3CDTF">2026-05-26T15:51:52Z</dcterms:created>
  <dcterms:modified xsi:type="dcterms:W3CDTF">2026-05-26T15:51:52Z</dcterms:modified>
</cp:coreProperties>
</file>